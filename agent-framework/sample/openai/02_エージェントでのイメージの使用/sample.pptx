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No external sources used.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No external sources used.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F4E78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9144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63A5F"/>
                </a:solidFill>
              </a:rPr>
              <a:t>動作確認用サンプルPowerPoint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表示・罫線・箇条書き・表の確認用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2148840"/>
            <a:ext cx="4389120" cy="1645920"/>
          </a:xfrm>
          <a:prstGeom prst="rect">
            <a:avLst/>
          </a:prstGeom>
          <a:solidFill>
            <a:srgbClr val="FFFFFF"/>
          </a:solidFill>
          <a:ln>
            <a:solidFill>
              <a:srgbClr val="B7C9D6"/>
            </a:solidFill>
          </a:ln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2222"/>
                </a:solidFill>
              </a:rPr>
              <a:t>確認ポイント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• 日本語が文字化けしないこと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• 表の位置と罫線が崩れないこと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• 保存・印刷プレビューが正常であること</a:t>
            </a:r>
            <a:endParaRPr lang="en-US" sz="18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60720" y="2103120"/>
          <a:ext cx="5303520" cy="1920240"/>
        </p:xfrm>
        <a:graphic>
          <a:graphicData uri="http://schemas.openxmlformats.org/drawingml/2006/table">
            <a:tbl>
              <a:tblPr/>
              <a:tblGrid>
                <a:gridCol w="1645920"/>
                <a:gridCol w="365760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22222"/>
                          </a:solidFill>
                        </a:rPr>
                        <a:t>項目</a:t>
                      </a:r>
                      <a:endParaRPr lang="en-US" sz="1600" dirty="0"/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B7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22222"/>
                          </a:solidFill>
                        </a:rPr>
                        <a:t>値</a:t>
                      </a:r>
                      <a:endParaRPr lang="en-US" sz="1600" dirty="0"/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B7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22222"/>
                          </a:solidFill>
                        </a:rPr>
                        <a:t>作成日</a:t>
                      </a:r>
                      <a:endParaRPr lang="en-US" sz="1600" dirty="0"/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B7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22222"/>
                          </a:solidFill>
                        </a:rPr>
                        <a:t>2026-04-04</a:t>
                      </a:r>
                      <a:endParaRPr lang="en-US" sz="1600" dirty="0"/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B7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22222"/>
                          </a:solidFill>
                        </a:rPr>
                        <a:t>目的</a:t>
                      </a:r>
                      <a:endParaRPr lang="en-US" sz="1600" dirty="0"/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B7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22222"/>
                          </a:solidFill>
                        </a:rPr>
                        <a:t>PowerPoint 動作確認</a:t>
                      </a:r>
                      <a:endParaRPr lang="en-US" sz="1600" dirty="0"/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B7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22222"/>
                          </a:solidFill>
                        </a:rPr>
                        <a:t>文字列例</a:t>
                      </a:r>
                      <a:endParaRPr lang="en-US" sz="1600" dirty="0"/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B7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22222"/>
                          </a:solidFill>
                        </a:rPr>
                        <a:t>Hello / こんにちは / 12345</a:t>
                      </a:r>
                      <a:endParaRPr lang="en-US" sz="1600" dirty="0"/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B7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3A5F"/>
                </a:solidFill>
              </a:rPr>
              <a:t>サンプル一覧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789920" cy="0"/>
          </a:xfrm>
          <a:prstGeom prst="line">
            <a:avLst/>
          </a:prstGeom>
          <a:noFill/>
          <a:ln w="12700">
            <a:solidFill>
              <a:srgbClr val="B7C9D6"/>
            </a:solidFill>
            <a:prstDash val="solid"/>
          </a:ln>
        </p:spPr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280160"/>
          <a:ext cx="10515600" cy="2194560"/>
        </p:xfrm>
        <a:graphic>
          <a:graphicData uri="http://schemas.openxmlformats.org/drawingml/2006/table">
            <a:tbl>
              <a:tblPr/>
              <a:tblGrid>
                <a:gridCol w="731520"/>
                <a:gridCol w="1828800"/>
                <a:gridCol w="5486400"/>
                <a:gridCol w="13716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222222"/>
                          </a:solidFill>
                        </a:rPr>
                        <a:t>No</a:t>
                      </a:r>
                      <a:endParaRPr lang="en-US" sz="1600" dirty="0"/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B7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22222"/>
                          </a:solidFill>
                        </a:rPr>
                        <a:t>分類</a:t>
                      </a:r>
                      <a:endParaRPr lang="en-US" sz="1600" dirty="0"/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B7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22222"/>
                          </a:solidFill>
                        </a:rPr>
                        <a:t>説明</a:t>
                      </a:r>
                      <a:endParaRPr lang="en-US" sz="1600" dirty="0"/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B7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222222"/>
                          </a:solidFill>
                        </a:rPr>
                        <a:t>状態</a:t>
                      </a:r>
                      <a:endParaRPr lang="en-US" sz="1600" dirty="0"/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B7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</a:rPr>
                        <a:t>1</a:t>
                      </a:r>
                      <a:endParaRPr lang="en-US" sz="1600" dirty="0"/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B7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</a:rPr>
                        <a:t>表示</a:t>
                      </a:r>
                      <a:endParaRPr lang="en-US" sz="1600" dirty="0"/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B7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</a:rPr>
                        <a:t>フォントと配置の確認</a:t>
                      </a:r>
                      <a:endParaRPr lang="en-US" sz="1600" dirty="0"/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B7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</a:rPr>
                        <a:t>OK</a:t>
                      </a:r>
                      <a:endParaRPr lang="en-US" sz="1600" dirty="0"/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B7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</a:rPr>
                        <a:t>2</a:t>
                      </a:r>
                      <a:endParaRPr lang="en-US" sz="1600" dirty="0"/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B7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</a:rPr>
                        <a:t>入力</a:t>
                      </a:r>
                      <a:endParaRPr lang="en-US" sz="1600" dirty="0"/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B7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</a:rPr>
                        <a:t>サンプル値の確認</a:t>
                      </a:r>
                      <a:endParaRPr lang="en-US" sz="1600" dirty="0"/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B7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</a:rPr>
                        <a:t>OK</a:t>
                      </a:r>
                      <a:endParaRPr lang="en-US" sz="1600" dirty="0"/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B7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</a:rPr>
                        <a:t>3</a:t>
                      </a:r>
                      <a:endParaRPr lang="en-US" sz="1600" dirty="0"/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B7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</a:rPr>
                        <a:t>出力</a:t>
                      </a:r>
                      <a:endParaRPr lang="en-US" sz="1600" dirty="0"/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B7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</a:rPr>
                        <a:t>印刷・保存の確認</a:t>
                      </a:r>
                      <a:endParaRPr lang="en-US" sz="1600" dirty="0"/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B7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</a:rPr>
                        <a:t>OK</a:t>
                      </a:r>
                      <a:endParaRPr lang="en-US" sz="1600" dirty="0"/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B7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22960" y="5303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66666"/>
                </a:solidFill>
              </a:rPr>
              <a:t>End of sample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動作確認用サンプルPowerPoint</dc:title>
  <dc:subject>動作確認用サンプル</dc:subject>
  <dc:creator>OpenAI</dc:creator>
  <cp:lastModifiedBy>OpenAI</cp:lastModifiedBy>
  <cp:revision>1</cp:revision>
  <dcterms:created xsi:type="dcterms:W3CDTF">2026-04-04T12:39:33Z</dcterms:created>
  <dcterms:modified xsi:type="dcterms:W3CDTF">2026-04-04T12:39:33Z</dcterms:modified>
</cp:coreProperties>
</file>